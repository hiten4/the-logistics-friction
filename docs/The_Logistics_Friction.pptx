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F0F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F0FE"/>
                </a:solidFill>
                <a:latin typeface="Arial"/>
              </a:rPr>
              <a:t>Model Comparison — ROC-AUC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8F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C7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0.578</c:v>
                </c:pt>
                <c:pt idx="1">
                  <c:v>0.71</c:v>
                </c:pt>
                <c:pt idx="2">
                  <c:v>0.73</c:v>
                </c:pt>
                <c:pt idx="3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32004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LOGISTICS FRICTION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Oracle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delivery delays in e-commerce logistics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customer trust and operational efficiency.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Dataset  •  ML Prediction System  •  FastAPI +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We Building This?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experiencing significant customer dissatisfaction and revenue loss due to inaccurate delivery date estimates. Existing rule-based systems fail to account for seller reliability, geographic complexity, and temporal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97480" cy="22860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😞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damage trust and brand reputation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2468880"/>
            <a:ext cx="2697480" cy="22860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93008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support costs &amp; reduced lifetime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2468880"/>
            <a:ext cx="2697480" cy="22860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1656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91656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Failure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miss seller, geo &amp; seasonal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Solving &amp; Where the Data Comes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 order will be delayed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proactive customer communication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logistics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estimation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negative reviews &amp; customer churn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Olist (Kaggle)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public dataset of orders made at Olist Store — sourced from Kaggle.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1488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olist_sellers_dataset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olist_order_payments_dataset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olist_order_reviews_dataset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olist_products_dataset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olist_geolocation_dataset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5740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7764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9788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280160"/>
            <a:ext cx="82296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818120" y="1737360"/>
            <a:ext cx="1371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280160"/>
            <a:ext cx="82296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251460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2898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load_data() — Schema validation, sanity checks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51460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3756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2898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convert_dates() — Timestamps, nulls, dedup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251460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7220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898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create_time_features(), create_order_features()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79476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3904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178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merge_all() — Join orders, items, customers, sellers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0" y="379476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37560" y="3904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37560" y="4178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final_selection() — Drop leakage-prone columns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35040" y="3794760"/>
            <a:ext cx="265176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72200" y="3904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4178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clean_data() — Impute, encode, scale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Final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36576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Final Model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566160" cy="347472"/>
          </a:xfrm>
          <a:prstGeom prst="rect">
            <a:avLst/>
          </a:prstGeom>
          <a:solidFill>
            <a:srgbClr val="1E2F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73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approval_delay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673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purchase → approval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066544"/>
            <a:ext cx="3566160" cy="34747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12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estimated_delivery_time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112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purchase → est. delivery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2505456"/>
            <a:ext cx="3566160" cy="347472"/>
          </a:xfrm>
          <a:prstGeom prst="rect">
            <a:avLst/>
          </a:prstGeom>
          <a:solidFill>
            <a:srgbClr val="1E2F4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51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purchase_day_of_week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551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0=Mon … 6=Sun (temporal)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2944368"/>
            <a:ext cx="3566160" cy="34747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purchase_hour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990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0–23 (temporal)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383280"/>
            <a:ext cx="3566160" cy="347472"/>
          </a:xfrm>
          <a:prstGeom prst="rect">
            <a:avLst/>
          </a:prstGeom>
          <a:solidFill>
            <a:srgbClr val="1E2F4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total_items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 in the order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822192"/>
            <a:ext cx="3566160" cy="34747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 price before freight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261104"/>
            <a:ext cx="3566160" cy="347472"/>
          </a:xfrm>
          <a:prstGeom prst="rect">
            <a:avLst/>
          </a:prstGeom>
          <a:solidFill>
            <a:srgbClr val="1E2F4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06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total_freight_value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4306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freight cost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97280"/>
            <a:ext cx="64008" cy="1600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1508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purchase_day_of_week = purchase_ts.dt.dayofweek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purchase_hour = purchase_ts.dt.hour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approval_delay = approved_at - purchase_ts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estimated_delivery_time = est_date - purchase_ts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834640"/>
            <a:ext cx="4023360" cy="118872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834640"/>
            <a:ext cx="64008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is_delayed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is_delayed = 1  if actual delivery &gt; estimated delivery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is_delayed = 0  otherwise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160520"/>
            <a:ext cx="4023360" cy="50292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 Limited table usage  •  Imbalanced data  •  Limited features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EVALUATION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&amp;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delays) carry the highest cost — customer dissatisfaction, refunds, and support load. Recall is optimized to catch delays before they happen.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24028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2240280"/>
            <a:ext cx="3017520" cy="265176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Verified Baseline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0.5780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852160" y="3611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886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0.1023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85216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Stack — FastAPI + Streamlit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25146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201168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88720"/>
            <a:ext cx="201168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 inputs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demo scenarios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display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health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25146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188720"/>
            <a:ext cx="201168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1188720"/>
            <a:ext cx="2011680" cy="4572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178308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 at startup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via sklearn pipeline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25146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188720"/>
            <a:ext cx="201168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8872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1188720"/>
            <a:ext cx="2011680" cy="457200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178308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baseline_logreg_pipeline.joblib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7-feature input contract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class + probability + risk band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188720"/>
            <a:ext cx="2011680" cy="3520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88720"/>
            <a:ext cx="64008" cy="3520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1188720"/>
            <a:ext cx="2011680" cy="457200"/>
          </a:xfrm>
          <a:prstGeom prst="rect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85432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76872" y="178308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Standard fulfilment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Proactive update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Ops escalation + early contact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verifies backend health and model artifact availability at startup before allowing any predictions.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Bands &amp; Business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0058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three outputs: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  (Delayed / Not Delayed)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Probability  (0–100%)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 (Low / Medium / High)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97480" cy="242316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269748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fulfilment and routine customer messaging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55848" y="2377440"/>
            <a:ext cx="2697480" cy="242316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2377440"/>
            <a:ext cx="2697480" cy="5029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MEDIUM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93008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93008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 and prepare a proactive customer update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54496" y="2377440"/>
            <a:ext cx="2697480" cy="242316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2377440"/>
            <a:ext cx="269748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HIGH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1656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91656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operations, prioritize intervention, and contact the customer early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6002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1600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Communication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notified before delays occur — not after. Reduces reactive support volume.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16002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73152" cy="1600200"/>
          </a:xfrm>
          <a:prstGeom prst="rect">
            <a:avLst/>
          </a:prstGeom>
          <a:solidFill>
            <a:srgbClr val="1B8FA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44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8F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Prioritization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8013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orders flagged for operations teams to intervene and re-route if possible.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206240" cy="16002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73152" cy="160020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negative reviews and returns by addressing problems early in the order lifecycle.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06240" cy="1600200"/>
          </a:xfrm>
          <a:prstGeom prst="rect">
            <a:avLst/>
          </a:prstGeom>
          <a:solidFill>
            <a:srgbClr val="162130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Timelines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584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delivery estimates increase repeat purchase rates and customer lifetime value.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All metrics are from the local demo artifact (Logistic Regression). Suitable for checkpoint presentation — not a production SLA.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Oracle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delays. Protecting trust. Enabling proactive logistics.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0" y="306324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0998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0998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306324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0998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356616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60273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356616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60273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3566160"/>
            <a:ext cx="1737360" cy="338328"/>
          </a:xfrm>
          <a:prstGeom prst="roundRect">
            <a:avLst>
              <a:gd name="adj" fmla="val 21622"/>
            </a:avLst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60273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Risk Bands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4572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github.com/hiten4/The-Logistics-Friction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Logistics Friction – Supply Chain Delay Oracle</dc:title>
  <dc:subject>PptxGenJS Presentation</dc:subject>
  <dc:creator>Hiten</dc:creator>
  <cp:lastModifiedBy>Hiten</cp:lastModifiedBy>
  <cp:revision>1</cp:revision>
  <dcterms:created xsi:type="dcterms:W3CDTF">2026-04-20T15:17:24Z</dcterms:created>
  <dcterms:modified xsi:type="dcterms:W3CDTF">2026-04-20T15:17:24Z</dcterms:modified>
</cp:coreProperties>
</file>